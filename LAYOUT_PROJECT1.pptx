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729" r:id="rId3"/>
    <p:sldId id="731" r:id="rId4"/>
    <p:sldId id="728" r:id="rId5"/>
    <p:sldId id="73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2728827-AB52-47EB-9EE6-D018031EA8ED}">
          <p14:sldIdLst>
            <p14:sldId id="256"/>
            <p14:sldId id="729"/>
            <p14:sldId id="731"/>
            <p14:sldId id="728"/>
            <p14:sldId id="73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CF9F"/>
    <a:srgbClr val="D2DFEE"/>
    <a:srgbClr val="A9C1DF"/>
    <a:srgbClr val="B3FFCC"/>
    <a:srgbClr val="FFCC66"/>
    <a:srgbClr val="46FD27"/>
    <a:srgbClr val="FF66CC"/>
    <a:srgbClr val="006600"/>
    <a:srgbClr val="93C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3840" autoAdjust="0"/>
  </p:normalViewPr>
  <p:slideViewPr>
    <p:cSldViewPr snapToGrid="0">
      <p:cViewPr>
        <p:scale>
          <a:sx n="75" d="100"/>
          <a:sy n="75" d="100"/>
        </p:scale>
        <p:origin x="749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3298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04795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07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Pag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6553201"/>
            <a:ext cx="12192001" cy="304799"/>
          </a:xfrm>
          <a:custGeom>
            <a:avLst/>
            <a:gdLst/>
            <a:ahLst/>
            <a:cxnLst/>
            <a:rect l="l" t="t" r="r" b="b"/>
            <a:pathLst>
              <a:path w="7772400" h="520700" extrusionOk="0">
                <a:moveTo>
                  <a:pt x="0" y="520700"/>
                </a:moveTo>
                <a:lnTo>
                  <a:pt x="7772400" y="520700"/>
                </a:lnTo>
                <a:lnTo>
                  <a:pt x="77724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3376C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4;p1"/>
          <p:cNvSpPr txBox="1">
            <a:spLocks/>
          </p:cNvSpPr>
          <p:nvPr userDrawn="1"/>
        </p:nvSpPr>
        <p:spPr>
          <a:xfrm>
            <a:off x="1" y="6648644"/>
            <a:ext cx="12191999" cy="29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en-US" sz="1200" b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pPr algn="ctr"/>
              <a:t>‹#›</a:t>
            </a:fld>
            <a:endParaRPr lang="en-US" sz="1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0" y="0"/>
            <a:ext cx="12191999" cy="711516"/>
            <a:chOff x="-1" y="-14888"/>
            <a:chExt cx="7772401" cy="711516"/>
          </a:xfrm>
        </p:grpSpPr>
        <p:sp>
          <p:nvSpPr>
            <p:cNvPr id="19" name="Google Shape;19;p2"/>
            <p:cNvSpPr/>
            <p:nvPr/>
          </p:nvSpPr>
          <p:spPr>
            <a:xfrm>
              <a:off x="0" y="64803"/>
              <a:ext cx="7772400" cy="631825"/>
            </a:xfrm>
            <a:custGeom>
              <a:avLst/>
              <a:gdLst/>
              <a:ahLst/>
              <a:cxnLst/>
              <a:rect l="l" t="t" r="r" b="b"/>
              <a:pathLst>
                <a:path w="7772400" h="631825" extrusionOk="0">
                  <a:moveTo>
                    <a:pt x="0" y="631812"/>
                  </a:moveTo>
                  <a:lnTo>
                    <a:pt x="7772400" y="631812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63181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" y="-14888"/>
              <a:ext cx="7772400" cy="109855"/>
            </a:xfrm>
            <a:custGeom>
              <a:avLst/>
              <a:gdLst/>
              <a:ahLst/>
              <a:cxnLst/>
              <a:rect l="l" t="t" r="r" b="b"/>
              <a:pathLst>
                <a:path w="7772400" h="109854" extrusionOk="0">
                  <a:moveTo>
                    <a:pt x="0" y="109600"/>
                  </a:moveTo>
                  <a:lnTo>
                    <a:pt x="7772400" y="1096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0960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4;p2"/>
          <p:cNvSpPr txBox="1"/>
          <p:nvPr userDrawn="1"/>
        </p:nvSpPr>
        <p:spPr>
          <a:xfrm>
            <a:off x="11107711" y="6550223"/>
            <a:ext cx="1084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200" b="1" u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3;p2"/>
          <p:cNvSpPr txBox="1"/>
          <p:nvPr userDrawn="1"/>
        </p:nvSpPr>
        <p:spPr>
          <a:xfrm>
            <a:off x="1" y="6553200"/>
            <a:ext cx="18537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2025 RFICS Lab</a:t>
            </a:r>
          </a:p>
        </p:txBody>
      </p:sp>
      <p:pic>
        <p:nvPicPr>
          <p:cNvPr id="2" name="Picture 4" descr="Image result for Dai hoc BK hcm">
            <a:extLst>
              <a:ext uri="{FF2B5EF4-FFF2-40B4-BE49-F238E27FC236}">
                <a16:creationId xmlns:a16="http://schemas.microsoft.com/office/drawing/2014/main" id="{44B2C58D-3FF9-A99B-3D4A-2CA34CEF95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7" y="107086"/>
            <a:ext cx="592563" cy="60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6B3778-2B62-9B53-9A48-DECE2FF481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120" y="109023"/>
            <a:ext cx="1325877" cy="5999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userDrawn="1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2;p2"/>
          <p:cNvSpPr/>
          <p:nvPr userDrawn="1"/>
        </p:nvSpPr>
        <p:spPr>
          <a:xfrm>
            <a:off x="0" y="6553201"/>
            <a:ext cx="12192001" cy="304799"/>
          </a:xfrm>
          <a:custGeom>
            <a:avLst/>
            <a:gdLst/>
            <a:ahLst/>
            <a:cxnLst/>
            <a:rect l="l" t="t" r="r" b="b"/>
            <a:pathLst>
              <a:path w="7772400" h="520700" extrusionOk="0">
                <a:moveTo>
                  <a:pt x="0" y="520700"/>
                </a:moveTo>
                <a:lnTo>
                  <a:pt x="7772400" y="520700"/>
                </a:lnTo>
                <a:lnTo>
                  <a:pt x="77724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3376C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;p1"/>
          <p:cNvSpPr txBox="1">
            <a:spLocks/>
          </p:cNvSpPr>
          <p:nvPr userDrawn="1"/>
        </p:nvSpPr>
        <p:spPr>
          <a:xfrm>
            <a:off x="0" y="6577607"/>
            <a:ext cx="12191999" cy="29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en-US" sz="1200" b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pPr algn="ctr"/>
              <a:t>‹#›</a:t>
            </a:fld>
            <a:endParaRPr lang="en-US" sz="1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7" name="Google Shape;27;p3"/>
          <p:cNvCxnSpPr/>
          <p:nvPr/>
        </p:nvCxnSpPr>
        <p:spPr>
          <a:xfrm rot="10800000" flipH="1">
            <a:off x="229150" y="548707"/>
            <a:ext cx="11592983" cy="6350"/>
          </a:xfrm>
          <a:prstGeom prst="straightConnector1">
            <a:avLst/>
          </a:prstGeom>
          <a:noFill/>
          <a:ln w="50800" cap="flat" cmpd="sng">
            <a:solidFill>
              <a:srgbClr val="002060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300853" y="663547"/>
            <a:ext cx="11521280" cy="54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−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−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−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−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20;p2"/>
          <p:cNvSpPr/>
          <p:nvPr/>
        </p:nvSpPr>
        <p:spPr>
          <a:xfrm>
            <a:off x="0" y="0"/>
            <a:ext cx="12191997" cy="109855"/>
          </a:xfrm>
          <a:custGeom>
            <a:avLst/>
            <a:gdLst/>
            <a:ahLst/>
            <a:cxnLst/>
            <a:rect l="l" t="t" r="r" b="b"/>
            <a:pathLst>
              <a:path w="7772400" h="109854" extrusionOk="0">
                <a:moveTo>
                  <a:pt x="0" y="109600"/>
                </a:moveTo>
                <a:lnTo>
                  <a:pt x="7772400" y="109600"/>
                </a:lnTo>
                <a:lnTo>
                  <a:pt x="7772400" y="0"/>
                </a:lnTo>
                <a:lnTo>
                  <a:pt x="0" y="0"/>
                </a:lnTo>
                <a:lnTo>
                  <a:pt x="0" y="1096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;p2"/>
          <p:cNvSpPr txBox="1"/>
          <p:nvPr userDrawn="1"/>
        </p:nvSpPr>
        <p:spPr>
          <a:xfrm>
            <a:off x="1" y="6553200"/>
            <a:ext cx="18537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2025 RFICS Lab</a:t>
            </a:r>
          </a:p>
        </p:txBody>
      </p:sp>
      <p:sp>
        <p:nvSpPr>
          <p:cNvPr id="12" name="Google Shape;24;p2"/>
          <p:cNvSpPr txBox="1"/>
          <p:nvPr userDrawn="1"/>
        </p:nvSpPr>
        <p:spPr>
          <a:xfrm>
            <a:off x="11057935" y="6552083"/>
            <a:ext cx="11340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200" b="1" u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ctrTitle"/>
          </p:nvPr>
        </p:nvSpPr>
        <p:spPr>
          <a:xfrm>
            <a:off x="0" y="738555"/>
            <a:ext cx="12192000" cy="360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8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Radio Frequency Integrated Circuits and Systems Laboratory</a:t>
            </a:r>
            <a:br>
              <a:rPr lang="en-US" sz="2800" dirty="0">
                <a:solidFill>
                  <a:srgbClr val="006600"/>
                </a:solidFill>
                <a:latin typeface="Arial Rounded MT Bold" panose="020F0704030504030204" pitchFamily="34" charset="0"/>
              </a:rPr>
            </a:br>
            <a:r>
              <a:rPr lang="en-US" sz="28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-RFICS Lab-</a:t>
            </a:r>
            <a:br>
              <a:rPr lang="en-US" sz="2400" dirty="0">
                <a:solidFill>
                  <a:srgbClr val="002060"/>
                </a:solidFill>
              </a:rPr>
            </a:br>
            <a:br>
              <a:rPr lang="en-US" dirty="0">
                <a:solidFill>
                  <a:srgbClr val="002060"/>
                </a:solidFill>
              </a:rPr>
            </a:b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Internship – OPAMP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1800" dirty="0">
                <a:solidFill>
                  <a:srgbClr val="002060"/>
                </a:solidFill>
              </a:rPr>
              <a:t>Student: Nguyễn Thanh Trúc</a:t>
            </a:r>
            <a:endParaRPr sz="1800" dirty="0">
              <a:solidFill>
                <a:srgbClr val="002060"/>
              </a:solidFill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0" y="6028584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HCM City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Oct 4</a:t>
            </a:r>
            <a:r>
              <a:rPr lang="en-US" sz="1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dirty="0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EBA9120F-8E04-C787-8602-63CF48043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214" y="847734"/>
            <a:ext cx="9793067" cy="49727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3C4B1BC-D1B4-0146-F2BE-94E431793D16}"/>
              </a:ext>
            </a:extLst>
          </p:cNvPr>
          <p:cNvSpPr txBox="1"/>
          <p:nvPr/>
        </p:nvSpPr>
        <p:spPr>
          <a:xfrm>
            <a:off x="185854" y="7829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LAYOUT_VERSION1 </a:t>
            </a:r>
            <a:br>
              <a:rPr lang="en-ID" sz="1600"/>
            </a:b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399816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144A2546-E625-8893-76A2-6D8A50FFE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7" y="653360"/>
            <a:ext cx="6127703" cy="4282558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4010CDB1-A87D-F145-6BD7-EFF3ECC50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49" y="707494"/>
            <a:ext cx="6015451" cy="4174290"/>
          </a:xfrm>
          <a:prstGeom prst="rect">
            <a:avLst/>
          </a:prstGeom>
        </p:spPr>
      </p:pic>
      <p:pic>
        <p:nvPicPr>
          <p:cNvPr id="2" name="Hình ảnh 1">
            <a:extLst>
              <a:ext uri="{FF2B5EF4-FFF2-40B4-BE49-F238E27FC236}">
                <a16:creationId xmlns:a16="http://schemas.microsoft.com/office/drawing/2014/main" id="{D61AD623-89BD-75C5-F7B4-02DA8CC96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496" y="4826624"/>
            <a:ext cx="3756481" cy="1675287"/>
          </a:xfrm>
          <a:prstGeom prst="rect">
            <a:avLst/>
          </a:prstGeom>
        </p:spPr>
      </p:pic>
      <p:pic>
        <p:nvPicPr>
          <p:cNvPr id="3" name="Hình ảnh 2">
            <a:extLst>
              <a:ext uri="{FF2B5EF4-FFF2-40B4-BE49-F238E27FC236}">
                <a16:creationId xmlns:a16="http://schemas.microsoft.com/office/drawing/2014/main" id="{47430D0E-43D6-6CA7-2EF2-D4ABFF50D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597" y="4881784"/>
            <a:ext cx="3635982" cy="1591193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50C872E6-0526-4F1A-E902-2ECCA55B7158}"/>
              </a:ext>
            </a:extLst>
          </p:cNvPr>
          <p:cNvSpPr txBox="1"/>
          <p:nvPr/>
        </p:nvSpPr>
        <p:spPr>
          <a:xfrm>
            <a:off x="185854" y="7829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LAYOUT_VERSION1 </a:t>
            </a:r>
            <a:br>
              <a:rPr lang="en-ID" sz="1600"/>
            </a:b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352025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77961563-720F-7433-30C0-DC7160BD5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36" y="792001"/>
            <a:ext cx="9064204" cy="5273998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DD0B1E2-A633-6EB3-AC9B-2AF57B361543}"/>
              </a:ext>
            </a:extLst>
          </p:cNvPr>
          <p:cNvSpPr txBox="1"/>
          <p:nvPr/>
        </p:nvSpPr>
        <p:spPr>
          <a:xfrm>
            <a:off x="185854" y="7829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LAYOUT_VERSION2 </a:t>
            </a:r>
            <a:br>
              <a:rPr lang="en-ID" sz="1600"/>
            </a:b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249610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04D7BDCB-3B97-AD4D-400A-7E595036A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83" y="737333"/>
            <a:ext cx="8791958" cy="330333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644775B9-43C7-6773-031B-7CFEC0D2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83" y="4217951"/>
            <a:ext cx="4650306" cy="2073202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BE83362-563D-3663-2FB6-49F5340C653E}"/>
              </a:ext>
            </a:extLst>
          </p:cNvPr>
          <p:cNvSpPr txBox="1"/>
          <p:nvPr/>
        </p:nvSpPr>
        <p:spPr>
          <a:xfrm>
            <a:off x="185854" y="7829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>
                <a:solidFill>
                  <a:srgbClr val="00206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LAYOUT_VERSION2 </a:t>
            </a:r>
            <a:br>
              <a:rPr lang="en-ID" sz="1600"/>
            </a:b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2684537310"/>
      </p:ext>
    </p:extLst>
  </p:cSld>
  <p:clrMapOvr>
    <a:masterClrMapping/>
  </p:clrMapOvr>
</p:sld>
</file>

<file path=ppt/theme/theme1.xml><?xml version="1.0" encoding="utf-8"?>
<a:theme xmlns:a="http://schemas.openxmlformats.org/drawingml/2006/main" name="Cosem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182137</TotalTime>
  <Words>45</Words>
  <Application>Microsoft Office PowerPoint</Application>
  <PresentationFormat>Màn hình rộng</PresentationFormat>
  <Paragraphs>6</Paragraphs>
  <Slides>5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10" baseType="lpstr">
      <vt:lpstr>Arial</vt:lpstr>
      <vt:lpstr>Arial Rounded MT Bold</vt:lpstr>
      <vt:lpstr>Calibri</vt:lpstr>
      <vt:lpstr>Tahoma</vt:lpstr>
      <vt:lpstr>Cosemi</vt:lpstr>
      <vt:lpstr>Radio Frequency Integrated Circuits and Systems Laboratory -RFICS Lab-   Internship – OPAMP Student: Nguyễn Thanh Trúc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 Benn</dc:creator>
  <cp:lastModifiedBy>Admin</cp:lastModifiedBy>
  <cp:revision>4477</cp:revision>
  <dcterms:modified xsi:type="dcterms:W3CDTF">2026-02-13T16:39:15Z</dcterms:modified>
</cp:coreProperties>
</file>